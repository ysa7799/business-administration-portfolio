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5B6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1302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Report effort (min)</c:v>
                  </c:pt>
                  <c:pt idx="1">
                    <c:v>Visibility delay (hrs)</c:v>
                  </c:pt>
                  <c:pt idx="2">
                    <c:v>Capture steps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</c:v>
                </c:pt>
                <c:pt idx="1">
                  <c:v>24</c:v>
                </c:pt>
                <c:pt idx="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7BA0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1302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Report effort (min)</c:v>
                  </c:pt>
                  <c:pt idx="1">
                    <c:v>Visibility delay (hrs)</c:v>
                  </c:pt>
                  <c:pt idx="2">
                    <c:v>Capture steps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35</c:v>
                </c:pt>
                <c:pt idx="1">
                  <c:v>4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1302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21302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280160"/>
            <a:ext cx="4206240" cy="4206240"/>
          </a:xfrm>
          <a:prstGeom prst="ellipse">
            <a:avLst/>
          </a:prstGeom>
          <a:solidFill>
            <a:srgbClr val="7BA0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926080"/>
            <a:ext cx="2926080" cy="2926080"/>
          </a:xfrm>
          <a:prstGeom prst="ellipse">
            <a:avLst/>
          </a:prstGeom>
          <a:solidFill>
            <a:srgbClr val="2C5F2D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BA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ADMINISTRATION · PROCESS IMPROVEMENT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Cutting Shift-Report Turnaround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32461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before/after case study: redesigning a reporting workflow to cut turnaround ~60% at no software cost.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A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 Hakeem · yusufhakeem.app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297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1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reports were captured twice — handwritten during the shift, then re-typed into a spreadsheet — creating duplicate effort, transcription errors, and a full day's delay before management could act. No single owner meant items slipped at handover.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212080" y="128016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0" y="14447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BA0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2x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21808" y="214884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capture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212080" y="288036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0" y="30449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BA0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~1 day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321808" y="374904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delay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Root causes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rgbClr val="7BA0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2618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effort  </a:t>
            </a:r>
            <a:pPr indent="0" marL="0">
              <a:buNone/>
            </a:pPr>
            <a:r>
              <a:rPr lang="en-US" sz="1350" dirty="0">
                <a:solidFill>
                  <a:srgbClr val="21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capture steps (paper + spreadsheet) for the same data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502920" cy="502920"/>
          </a:xfrm>
          <a:prstGeom prst="ellipse">
            <a:avLst/>
          </a:prstGeom>
          <a:solidFill>
            <a:srgbClr val="7BA05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 </a:t>
            </a:r>
            <a:pPr indent="0" marL="0">
              <a:buNone/>
            </a:pPr>
            <a:r>
              <a:rPr lang="en-US" sz="1350" dirty="0">
                <a:solidFill>
                  <a:srgbClr val="21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re-keying at the end of a long shift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596896"/>
            <a:ext cx="502920" cy="502920"/>
          </a:xfrm>
          <a:prstGeom prst="ellipse">
            <a:avLst/>
          </a:prstGeom>
          <a:solidFill>
            <a:srgbClr val="7BA05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5786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 </a:t>
            </a:r>
            <a:pPr indent="0" marL="0">
              <a:buNone/>
            </a:pPr>
            <a:r>
              <a:rPr lang="en-US" sz="1350" dirty="0">
                <a:solidFill>
                  <a:srgbClr val="21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named owner for the final report; unclear handover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Results — before vs after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2120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035040" y="137160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126480" y="153619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BA0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~60%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144768" y="22402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reporting time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035040" y="310896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26480" y="32735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BA0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shift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144768" y="39776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next-day visibility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Skills demonstrated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messy process into a measured win: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5740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39696" y="2057400"/>
            <a:ext cx="1677924" cy="38404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2139696" y="2057400"/>
            <a:ext cx="1677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thinking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63924" y="2057400"/>
            <a:ext cx="1522476" cy="38404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3963924" y="2057400"/>
            <a:ext cx="1522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redesign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32704" y="2057400"/>
            <a:ext cx="512064" cy="38404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632704" y="205740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91072" y="2057400"/>
            <a:ext cx="1289304" cy="38404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291072" y="2057400"/>
            <a:ext cx="1289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definition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26680" y="2057400"/>
            <a:ext cx="589788" cy="38404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7726680" y="2057400"/>
            <a:ext cx="5897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569464"/>
            <a:ext cx="1677924" cy="38404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69464"/>
            <a:ext cx="1677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writing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3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3108960"/>
            <a:ext cx="3657600" cy="3657600"/>
          </a:xfrm>
          <a:prstGeom prst="ellipse">
            <a:avLst/>
          </a:prstGeom>
          <a:solidFill>
            <a:srgbClr val="7BA05B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5544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Find the duplicate step, assign clear ownership — the results follow.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2971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A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 Hakeem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Manama, Bahrain  •  yusufhakeem.app  •  github.com/ysa7799  •  +973 6666 9795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Improvement Case Study</dc:title>
  <dc:subject>PptxGenJS Presentation</dc:subject>
  <dc:creator>Yusuf Hakeem</dc:creator>
  <cp:lastModifiedBy>Yusuf Hakeem</cp:lastModifiedBy>
  <cp:revision>1</cp:revision>
  <dcterms:created xsi:type="dcterms:W3CDTF">2026-07-04T07:21:07Z</dcterms:created>
  <dcterms:modified xsi:type="dcterms:W3CDTF">2026-07-04T07:21:07Z</dcterms:modified>
</cp:coreProperties>
</file>